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45720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Loan Recovery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B4D8"/>
                </a:solidFill>
              </a:rPr>
              <a:t>Hybrid Multi-Agent AI System on Databricks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5486400" cy="36576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2889503" cy="301752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889503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 Bricks Supervisor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83863" y="2423160"/>
            <a:ext cx="3108960" cy="30175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3" y="242316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Custom Dynamic Supervisor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9983" y="2423160"/>
            <a:ext cx="1682495" cy="301752"/>
          </a:xfrm>
          <a:prstGeom prst="rect">
            <a:avLst/>
          </a:prstGeom>
          <a:solidFill>
            <a:srgbClr val="0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9983" y="2423160"/>
            <a:ext cx="168249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GPT-OSS 120B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49640" y="2423160"/>
            <a:ext cx="2779775" cy="30175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423160"/>
            <a:ext cx="2779775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Langfuse Observability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66576" y="2423160"/>
            <a:ext cx="2450591" cy="30175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66576" y="2423160"/>
            <a:ext cx="2450591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Delta Audit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Platformatory  |  Databricks Hackathon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</a:rPr>
              <a:t>akkishiva@platformatory.com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Why loan recovery needs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075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📋  Manual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Recovery officers manually sift through hundreds of loan records to identify at-risk customers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234440"/>
            <a:ext cx="36576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3075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⏱️  Time Consuming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6002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Risk analysis, action recommendation, and customer communication are done separately with no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93024" y="1234440"/>
            <a:ext cx="36576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3075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🌐  Language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6002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Recovery communications need to reach customers in local languages — Hindi, Kannada — not just English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36576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107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📊  No 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033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visibility into what agents recommended, how much it cost, or whether actions were taken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9392" y="3337560"/>
            <a:ext cx="3657600" cy="1828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34107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📝  No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7033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 compliance record of which officer asked what, and what was recommended for which customer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Hybrid multi-agent loan recovery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B4D8"/>
                </a:solidFill>
              </a:rPr>
              <a:t>One question. Multiple agents. Complete recovery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1783080" cy="219456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65176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74320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Recovery officer asks a plain English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691640"/>
            <a:ext cx="1783080" cy="2194560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7440" y="265176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274320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agents find the right customers from Gold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691640"/>
            <a:ext cx="1783080" cy="2194560"/>
          </a:xfrm>
          <a:prstGeom prst="rect">
            <a:avLst/>
          </a:prstGeom>
          <a:solidFill>
            <a:srgbClr val="0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265176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74320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Risk + Recommendation + Communication drafted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691640"/>
            <a:ext cx="1783080" cy="219456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REPHRASE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65176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74320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Message translated to Hindi / Kannada if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1691640"/>
            <a:ext cx="1783080" cy="2194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265176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75320" y="274320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Officer reviews and approves before email is sent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1691640"/>
            <a:ext cx="1783080" cy="21945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2402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41280" y="2651760"/>
            <a:ext cx="1600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2743200"/>
            <a:ext cx="1600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Every action logged to Delta for 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CCCC"/>
                </a:solidFill>
              </a:rPr>
              <a:t>Fully traced in Langfuse  ·  DBU costs tracked per agent  ·  Audit written to Delta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Modular folder structure — each layer has one responsibility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657600" cy="2148840"/>
          </a:xfrm>
          <a:prstGeom prst="rect">
            <a:avLst/>
          </a:prstGeom>
          <a:solidFill>
            <a:srgbClr val="16213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36576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252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UI &amp; 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01952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Streamlit frontend. Manages the full user journey from question to email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657600" cy="2148840"/>
          </a:xfrm>
          <a:prstGeom prst="rect">
            <a:avLst/>
          </a:prstGeom>
          <a:solidFill>
            <a:srgbClr val="16213E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657600" cy="3474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252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config.py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600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Single Source of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901952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All endpoints, table names, pricing, field mappings. Nothing hardcoded elsewhere.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188720"/>
            <a:ext cx="3657600" cy="2148840"/>
          </a:xfrm>
          <a:prstGeom prst="rect">
            <a:avLst/>
          </a:prstGeom>
          <a:solidFill>
            <a:srgbClr val="16213E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188720"/>
            <a:ext cx="3657600" cy="3474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252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agents/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300"/>
                </a:solidFill>
              </a:rPr>
              <a:t>AI Agent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01952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discovery.py — finds customers
analysis.py — risk, recommendation, communication, audit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11880"/>
            <a:ext cx="3657600" cy="2148840"/>
          </a:xfrm>
          <a:prstGeom prst="rect">
            <a:avLst/>
          </a:prstGeom>
          <a:solidFill>
            <a:srgbClr val="16213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611880"/>
            <a:ext cx="3657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48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services/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External Integrations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25112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databricks_client · llm_service
email_service · langfuse_service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3611880"/>
            <a:ext cx="3657600" cy="2148840"/>
          </a:xfrm>
          <a:prstGeom prst="rect">
            <a:avLst/>
          </a:prstGeom>
          <a:solidFill>
            <a:srgbClr val="16213E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3611880"/>
            <a:ext cx="365760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648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core/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023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D6A0"/>
                </a:solidFill>
              </a:rPr>
              <a:t>Pure Business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325112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pricing · text_processors
customer_helpers · table_helpers · discovery_cache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3611880"/>
            <a:ext cx="3657600" cy="214884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3611880"/>
            <a:ext cx="365760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21040" y="3648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</a:rPr>
              <a:t>tests/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402336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Test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325112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33 unit tests covering SQL escaping, pricing, text processing, customer helpers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Two Discovery 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Choose between Databricks-native or custom-built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349240"/>
          </a:xfrm>
          <a:prstGeom prst="rect">
            <a:avLst/>
          </a:prstGeom>
          <a:solidFill>
            <a:srgbClr val="121A30"/>
          </a:solidFill>
          <a:ln w="25400">
            <a:solidFill>
              <a:srgbClr val="FF3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394960" cy="41148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FLOW 1 — Agent Bricks Supervisor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2821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Your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842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Plain English from the recovery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423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321"/>
                </a:solidFill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60904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974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 Bricks Endpoint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535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Managed Databricks serving endpoint
(mas-05b00371-endpoint)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924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321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30168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66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Genie 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92277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Databricks uses Genie to translate
question → SQL internally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3616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321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99432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360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Gold Table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920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Databricks executes SQL on
loan_recovery_customer_360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3309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3321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68696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6052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Customer 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61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Returns structured JSON with
customers + 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63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C300"/>
                </a:solidFill>
              </a:rPr>
              <a:t>🔴 No SQL written by you  ·  Databricks manages everything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143000"/>
            <a:ext cx="5394960" cy="5349240"/>
          </a:xfrm>
          <a:prstGeom prst="rect">
            <a:avLst/>
          </a:prstGeom>
          <a:solidFill>
            <a:srgbClr val="121A30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1170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FLOW 2 — Custom Dynamic Supervisor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691640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172821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Your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19842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Plain English from the recovery officer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24231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660904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26974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 1: Query Understanding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9535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GPT-OSS 120B converts question
to JSON params  [temp = 0.1]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3924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3630168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3666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Keyword Override Guard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922776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Rule-based safety — whitelist
validation + limit clamp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36168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4599432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463600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 2: Data Retrieval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8920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Builds SQL dynamically from params
ROW_NUMBER() dedup per loan_id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53309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568696"/>
            <a:ext cx="5029200" cy="713232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20840" y="560527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Gold Table via SQL SDK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5861304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databricks-sql-connector executes
returns pandas DataFrame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6263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C300"/>
                </a:solidFill>
              </a:rPr>
              <a:t>🔵 You own the SQL logic  ·  Full control + observability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7784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3321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Plain English → 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How Query Understanding Agent converts natural language to a database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FFC300"/>
                </a:solidFill>
              </a:rPr>
              <a:t>"Show me critical customers who need escalation and have broken PTP"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2788920" cy="4434840"/>
          </a:xfrm>
          <a:prstGeom prst="rect">
            <a:avLst/>
          </a:prstGeom>
          <a:solidFill>
            <a:srgbClr val="16213E"/>
          </a:solidFill>
          <a:ln w="25400">
            <a:solidFill>
              <a:srgbClr val="FF3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2788920" cy="32004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84831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321"/>
                </a:solidFill>
              </a:rPr>
              <a:t>LLM Extraction
temp = 0.1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606040"/>
            <a:ext cx="2606040" cy="24688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{
  "risk_band": "Critical",
  "escalation_only": true,
  "broken_ptp_only": true,
  "limit": 100,
  "sort_by": "risk_score"
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657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91640"/>
            <a:ext cx="2788920" cy="4434840"/>
          </a:xfrm>
          <a:prstGeom prst="rect">
            <a:avLst/>
          </a:prstGeom>
          <a:solidFill>
            <a:srgbClr val="16213E"/>
          </a:solidFill>
          <a:ln w="25400">
            <a:solidFill>
              <a:srgbClr val="0F3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1691640"/>
            <a:ext cx="2788920" cy="320040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719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084831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3A8B"/>
                </a:solidFill>
              </a:rPr>
              <a:t>Keyword Override
Rule-based guard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606040"/>
            <a:ext cx="2606040" cy="24688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65176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if "critical" in question:
  risk_band = "Critical"
if "escalation" in question:
  escalation_only = True
limit = max(1, min(limit, 100))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657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691640"/>
            <a:ext cx="2788920" cy="4434840"/>
          </a:xfrm>
          <a:prstGeom prst="rect">
            <a:avLst/>
          </a:prstGeom>
          <a:solidFill>
            <a:srgbClr val="16213E"/>
          </a:solidFill>
          <a:ln w="25400">
            <a:solidFill>
              <a:srgbClr val="068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691640"/>
            <a:ext cx="2788920" cy="320040"/>
          </a:xfrm>
          <a:prstGeom prst="rect">
            <a:avLst/>
          </a:prstGeom>
          <a:solidFill>
            <a:srgbClr val="0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1719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79" y="2084831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827A"/>
                </a:solidFill>
              </a:rPr>
              <a:t>SQL Construction
Data Retrieval Agent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79" y="2606040"/>
            <a:ext cx="2606040" cy="24688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65176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WHERE dpd &gt;= 0
  AND lower(risk_band)
      = lower('Critical')
  AND upper(escalation_flag)
      = 'Y'
  AND broken_ptp &gt;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6576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1691640"/>
            <a:ext cx="2788920" cy="4434840"/>
          </a:xfrm>
          <a:prstGeom prst="rect">
            <a:avLst/>
          </a:prstGeom>
          <a:solidFill>
            <a:srgbClr val="16213E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35440" y="1691640"/>
            <a:ext cx="2788920" cy="32004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71907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STAGE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084831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BE"/>
                </a:solidFill>
              </a:rPr>
              <a:t>Dedup + Execute
ROW_NUMBER()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2606040"/>
            <a:ext cx="2606040" cy="246888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19" y="265176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ROW_NUMBER() OVER
  (PARTITION BY loan_id
   ORDER BY risk_score DESC)
WHERE _row_num = 1
LIMIT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Four agents run sequentially after a customer is selected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697480" cy="5212080"/>
          </a:xfrm>
          <a:prstGeom prst="rect">
            <a:avLst/>
          </a:prstGeom>
          <a:solidFill>
            <a:srgbClr val="16213E"/>
          </a:solidFill>
          <a:ln w="25400">
            <a:solidFill>
              <a:srgbClr val="FF3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2697480" cy="45720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161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Risk Analysis
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719072"/>
            <a:ext cx="868680" cy="23774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65960" y="17190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temp 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190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Temperature: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5740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Explains why the customer is risky using DPD, risk score, risk band, loan amount, escalation flag, broken PTP, refused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91840"/>
            <a:ext cx="2514600" cy="36576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3832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21"/>
                </a:solidFill>
              </a:rPr>
              <a:t>Prompt Rules: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Uses only given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9136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No invented details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1696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Mentions escalation if flag =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3321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188720"/>
            <a:ext cx="2697480" cy="5212080"/>
          </a:xfrm>
          <a:prstGeom prst="rect">
            <a:avLst/>
          </a:prstGeom>
          <a:solidFill>
            <a:srgbClr val="16213E"/>
          </a:solidFill>
          <a:ln w="25400">
            <a:solidFill>
              <a:srgbClr val="0F3A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46120" y="1188720"/>
            <a:ext cx="2697480" cy="457200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2161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Recommendation
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0" y="1719072"/>
            <a:ext cx="868680" cy="23774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17190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temp 0.2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17190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Temperature: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205740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Suggests the next-best recovery action with 2–3 bullet reasons based on the risk explanation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3291840"/>
            <a:ext cx="2514600" cy="36576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3832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A8B"/>
                </a:solidFill>
              </a:rPr>
              <a:t>Prompt Rules: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6576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Uses recommended_action field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9136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States escalation if required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1696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Behaviour context from broken PTP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3A8B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188720"/>
            <a:ext cx="2697480" cy="5212080"/>
          </a:xfrm>
          <a:prstGeom prst="rect">
            <a:avLst/>
          </a:prstGeom>
          <a:solidFill>
            <a:srgbClr val="16213E"/>
          </a:solidFill>
          <a:ln w="25400">
            <a:solidFill>
              <a:srgbClr val="068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1188720"/>
            <a:ext cx="2697480" cy="457200"/>
          </a:xfrm>
          <a:prstGeom prst="rect">
            <a:avLst/>
          </a:prstGeom>
          <a:solidFill>
            <a:srgbClr val="0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12161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Communication
Agent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1719072"/>
            <a:ext cx="868680" cy="23774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17190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temp 0.3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17190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Temperature: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205740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Drafts a professional customer-facing message mentioning loan ID, DPD, expected action, urgency if critical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59" y="3291840"/>
            <a:ext cx="2514600" cy="36576"/>
          </a:xfrm>
          <a:prstGeom prst="rect">
            <a:avLst/>
          </a:prstGeom>
          <a:solidFill>
            <a:srgbClr val="0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59" y="33832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827A"/>
                </a:solidFill>
              </a:rPr>
              <a:t>Prompt Rules: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59" y="36576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Polite professional tone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59" y="39136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No internal risk score revealed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59" y="41696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Returns only the message draft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33832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6827A"/>
                </a:solidFill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9720" y="1188720"/>
            <a:ext cx="2697480" cy="521208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89720" y="1188720"/>
            <a:ext cx="26974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81160" y="1216152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Audit Logger
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881360" y="1719072"/>
            <a:ext cx="868680" cy="23774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881360" y="1719072"/>
            <a:ext cx="868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1A"/>
                </a:solidFill>
              </a:rPr>
              <a:t>temp N/A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1719072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Temperature: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205740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Writes compliance record to Delta audit table — query, customer ID, recommendation, message, timestamp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3291840"/>
            <a:ext cx="25146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3383280"/>
            <a:ext cx="2514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7E22"/>
                </a:solidFill>
              </a:rPr>
              <a:t>Prompt Rules: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365760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No LLM — pure DB write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81160" y="391363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All values SQL-escaped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4169664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• Fails gracefully — never crashes app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Temperature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Every agent uses the lowest temperature that still produces natural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C300"/>
                </a:solidFill>
              </a:rPr>
              <a:t>"Use 0.1 for structured output, 0.2 for analytical prose, 0.3 for human-facing writing, skip LLM entirely when deterministic code is enough."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3108960" cy="2926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Function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91640"/>
            <a:ext cx="914400" cy="2926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17099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Temp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691640"/>
            <a:ext cx="914400" cy="2926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099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Output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2120" y="1691640"/>
            <a:ext cx="914400" cy="2926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7099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691640"/>
            <a:ext cx="5623560" cy="29260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09928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Why this temperature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011680"/>
            <a:ext cx="1170432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011680"/>
            <a:ext cx="54864" cy="475488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07568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query_understanding_agent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2103120"/>
            <a:ext cx="777240" cy="2560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210312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07568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JSON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59552" y="207568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21"/>
                </a:solidFill>
              </a:rPr>
              <a:t>Structured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20756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Zero variation — same question must always produce same SQL params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523744"/>
            <a:ext cx="11704320" cy="47548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523744"/>
            <a:ext cx="54864" cy="475488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58775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rephrase_agent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2615184"/>
            <a:ext cx="777240" cy="2560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93008" y="261518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58775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Translation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9552" y="2587752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21"/>
                </a:solidFill>
              </a:rPr>
              <a:t>Structured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5877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Hindi / Kannada translation needs precision — no language mixing allowed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035808"/>
            <a:ext cx="11704320" cy="47548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035808"/>
            <a:ext cx="54864" cy="475488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099816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risk_analysis_agent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93008" y="3127248"/>
            <a:ext cx="777240" cy="2560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93008" y="312724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0.2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099816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Analytical prose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59552" y="3099816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A8B"/>
                </a:solidFill>
              </a:rPr>
              <a:t>Analytical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30998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Factual explanation — slight variation acceptable, must stay data-grounded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547872"/>
            <a:ext cx="1170432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4320" y="3547872"/>
            <a:ext cx="54864" cy="475488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3611880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recommendation_agent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93008" y="3639312"/>
            <a:ext cx="777240" cy="2560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93008" y="36393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0.2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361188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Action recommendation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59552" y="3611880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A8B"/>
                </a:solidFill>
              </a:rPr>
              <a:t>Analytical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6118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Must align with recommended_action field — no invented suggestions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059936"/>
            <a:ext cx="1170432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74320" y="4059936"/>
            <a:ext cx="54864" cy="4754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123944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communication_agent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93008" y="4151376"/>
            <a:ext cx="777240" cy="25603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93008" y="415137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0.3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4123944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Customer message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59552" y="4123944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D6A0"/>
                </a:solidFill>
              </a:rPr>
              <a:t>Human-facing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3952" y="412394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Customer-facing text benefits from natural variation — not robotic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4572000"/>
            <a:ext cx="11704320" cy="475488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4320" y="4572000"/>
            <a:ext cx="54864" cy="4754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4636008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data_retrieval_agent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93008" y="4663440"/>
            <a:ext cx="777240" cy="2560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93008" y="46634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N/A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0" y="4636008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SQL execution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59552" y="4636008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No LLM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4636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Deterministic code — no LLM needed, would only introduce unpredictability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084064"/>
            <a:ext cx="11704320" cy="4754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5084064"/>
            <a:ext cx="54864" cy="4754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51480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audit_logger_agent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93008" y="5175504"/>
            <a:ext cx="777240" cy="25603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93008" y="517550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</a:rPr>
              <a:t>N/A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5148072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Database write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9552" y="5148072"/>
            <a:ext cx="8412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No LLM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3952" y="5148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Compliance record — must be exact, no variation acceptable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Multilingual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Rephrase agent + Unicode-based language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94960" cy="5349240"/>
          </a:xfrm>
          <a:prstGeom prst="rect">
            <a:avLst/>
          </a:prstGeom>
          <a:solidFill>
            <a:srgbClr val="16213E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394960" cy="36576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rephrase_agent()  —  temp = 0.1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What it does: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6459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Rewrites the drafted message per officer instruction — change tone or translate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Why temp 0.1: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148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300"/>
                </a:solidFill>
              </a:rPr>
              <a:t>Translation requires maximum precision — any higher temperature risks mixing languages or dropping loan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Supported: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51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English  ·  Hindi (Devanagari)  ·  Kannada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Preserved: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154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D6A0"/>
                </a:solidFill>
              </a:rPr>
              <a:t>Loan ID  ·  DPD value  ·  Amount  ·  Phone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CCCC"/>
                </a:solidFill>
              </a:rPr>
              <a:t>Forbidden: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6576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</a:rPr>
              <a:t>No language mixing  ·  No invented details  ·  No markdown in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143000"/>
            <a:ext cx="5394960" cy="5349240"/>
          </a:xfrm>
          <a:prstGeom prst="rect">
            <a:avLst/>
          </a:prstGeom>
          <a:solidFill>
            <a:srgbClr val="16213E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143000"/>
            <a:ext cx="5394960" cy="3657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11704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Language Validation — app.py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1627632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After rephrase, app.py checks Unicode ranges — not just keyword matching: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148840"/>
            <a:ext cx="5120640" cy="30175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194560"/>
            <a:ext cx="49377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06D6A0"/>
                </a:solidFill>
              </a:rPr>
              <a:t>if "kannada" in instruction:
    if not contains_kannada(rephrased):
        st.warning("May not be Kannada")
if "hindi" in instruction:
    if not contains_devanagari(rephrased):
        st.warning("May not be Hindi")
# Unicode range checks:
# Kannada:    U+0C80 – U+0CFF
# Devanagari: U+0900 – U+097F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25780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C300"/>
                </a:solidFill>
              </a:rPr>
              <a:t>Why this matters: LLMs can silently return English even when asked for Kannada. Unicode validation catches this and warns the officer.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Observability with Langfuse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Every agent step is traced — tokens, DBU cost, scores,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Every user action produces one root trace with nested spans — visible in the Langfuse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164592" cy="201168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analysis_pipeline  [root span]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83080"/>
            <a:ext cx="164592" cy="201168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agent_bricks_supervisor_discovery  [generation]  ← tokens + DBU cost + tool_trace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057400"/>
            <a:ext cx="164592" cy="201168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057400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custom_dynamic_supervisor_agent  [span]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331720"/>
            <a:ext cx="16459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2331720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query_understanding_agent  [generation]  ← LLM call + DBU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606039"/>
            <a:ext cx="164592" cy="2011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606039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data_retrieval_agent  [span]  ← records_returned +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2880359"/>
            <a:ext cx="164592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880359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risk_analysis_agent  [generation]  ← LLM call + DBU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154679"/>
            <a:ext cx="164592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154679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recommendation_agent  [generation]  ← LLM call + DBU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428999"/>
            <a:ext cx="164592" cy="2011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428999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communication_agent  [generation]  ← LLM call + DBU 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703319"/>
            <a:ext cx="164592" cy="2011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703319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audit_logger_agent  [span]  ← agent_request_id + Delta write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3977639"/>
            <a:ext cx="164592" cy="20116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977639"/>
            <a:ext cx="10058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email_span  [span]  ← recipient + send 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1481328"/>
            <a:ext cx="3291840" cy="4892040"/>
          </a:xfrm>
          <a:prstGeom prst="rect">
            <a:avLst/>
          </a:prstGeom>
          <a:solidFill>
            <a:srgbClr val="16213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15361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Captured per span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1920240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194767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input_tokens / output_tokens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16712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Token usage per LLM call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2450592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247802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input_dbus / output_dbus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26974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Databricks cost in DBUs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2980944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300837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records_returned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32278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Customers from DB query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3511296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3960" y="353872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query_params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37581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Filters the LLM extracted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4041648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23960" y="40690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tool_trace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42885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Databricks internal tools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2520" y="4572000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3960" y="459943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agent_request_id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81888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Delta audit trace ID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32520" y="5102352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3960" y="512978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status_code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534924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HTTP response code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32520" y="5632704"/>
            <a:ext cx="3154680" cy="47548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60" y="566013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user_id + session_id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58795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Who triggered this trace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SQL injection prevention · input validation · human-in-the-loop · audit trail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0" cy="24231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33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3657600" cy="347472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🛡️  SQL Injection Prevention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escape_sql() escapes both single quotes AND backslashes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Table names validated against strict catalog.schema.table regex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408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LIMIT clamped 1–100 — LLM cannot trigger unbounded query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657600" cy="2423160"/>
          </a:xfrm>
          <a:prstGeom prst="rect">
            <a:avLst/>
          </a:prstGeom>
          <a:solidFill>
            <a:srgbClr val="16213E"/>
          </a:solidFill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3657600" cy="34747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✅  Input Whitelist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risk_band validated: only All / Low / Medium / High / Critical allowed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sort_by validated: only risk_score / dpd allowed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23408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discovery_mode validated before writing to audit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3657600" cy="24231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C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88720"/>
            <a:ext cx="3657600" cy="347472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👤  Human in the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645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No email fires automatically — officer must click Approve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933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Rephrased message shown for review before sending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4086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Language validation warns if output doesn't match requested language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794760"/>
            <a:ext cx="3657600" cy="2423160"/>
          </a:xfrm>
          <a:prstGeom prst="rect">
            <a:avLst/>
          </a:prstGeom>
          <a:solidFill>
            <a:srgbClr val="16213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794760"/>
            <a:ext cx="3657600" cy="34747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840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📋  Full Audit 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Every analysis logged to Delta with UUID per 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599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Captures: officer query · customer · recommendation ·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946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Audit failure logged to Langfuse but never crashes the app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794760"/>
            <a:ext cx="3657600" cy="24231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06240" y="3794760"/>
            <a:ext cx="36576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79" y="3840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🔑  Secrets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79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All credentials via env vars — nothing hardcoded in app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4599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app.yaml holds config — move sensitive values to Databricks Secrets for production deployment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794760"/>
            <a:ext cx="3657600" cy="2423160"/>
          </a:xfrm>
          <a:prstGeom prst="rect">
            <a:avLst/>
          </a:prstGeom>
          <a:solidFill>
            <a:srgbClr val="16213E"/>
          </a:solidFill>
          <a:ln w="25400">
            <a:solidFill>
              <a:srgbClr val="7B2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794760"/>
            <a:ext cx="3657600" cy="347472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3840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🔒  Safe Deployment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251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Runs inside Databricks network — no IP allowlist issues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599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OAuth auto-auth available via Databricks Apps for production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94690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No outbound DB connections from untrusted 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Files — Quick Reference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Where to look for what during the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383280" cy="274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16128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143000"/>
            <a:ext cx="3291840" cy="274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11612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What it contains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143000"/>
            <a:ext cx="4663440" cy="2743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5472" y="116128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Key function / note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44752"/>
            <a:ext cx="11704320" cy="34747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4904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config.py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1490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Endpoints, table names, pricing, field mappings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14904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Change any config here — single source of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810512"/>
            <a:ext cx="11704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18562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agents/discovery.py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18562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Both discovery flows — Agent Bricks + Custom Supervisor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8562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query_understanding_agent()  ·  data_retrieval_agent()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76272"/>
            <a:ext cx="11704320" cy="34747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222199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agents/analysis.py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22219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Risk, recommendation, communication, rephrase,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2219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Four sequential agents + audit logger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42032"/>
            <a:ext cx="11704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58775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services/llm_service.py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22191" y="258775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All LLM calls go through call_databricks_llm()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25877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Handles auth, tracing, token cost — every agent uses this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907791"/>
            <a:ext cx="11704320" cy="34747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295351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services/databricks_client.py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1" y="295351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SQL connection, run_query(), run_statement(), escape_sql()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295351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Databricks SQL SDK wrapper with injection protection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273551"/>
            <a:ext cx="11704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31927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services/langfuse_service.py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22191" y="331927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Langfuse client init + 3 scoring helpers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331927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add_success_score()  ·  add_trace_quality_score()  ·  add_categorical_score()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39311"/>
            <a:ext cx="11704320" cy="34747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68503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services/email_service.py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2191" y="368503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SMTP email send with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368503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Only called after explicit officer approval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005072"/>
            <a:ext cx="11704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" y="4050791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core/text_processors.py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22191" y="4050791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LLM response parser — JSON, text, language detection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5472" y="40507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extract_json_from_text()  ·  contains_kannada()  ·  contains_devanagari()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370832"/>
            <a:ext cx="11704320" cy="34747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4165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core/table_helpers.py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22191" y="4416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DESCRIBE TABLE + table name validation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05472" y="44165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Live schema discovery — query never hardcodes columns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736592"/>
            <a:ext cx="11704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4782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core/pricing.py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22191" y="47823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DBU cost calculator from token counts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5472" y="47823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Attached to every Langfuse generation span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102352"/>
            <a:ext cx="11704320" cy="347472"/>
          </a:xfrm>
          <a:prstGeom prst="rect">
            <a:avLst/>
          </a:prstGeom>
          <a:solidFill>
            <a:srgbClr val="14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51480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core/discovery_cache.py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22191" y="51480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TTL cache — skip LLM+DB for repeated questions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5472" y="51480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Streamlit session state · 5 minute TTL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5468112"/>
            <a:ext cx="1170432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55138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300"/>
                </a:solidFill>
              </a:rPr>
              <a:t>app.py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22191" y="55138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Streamlit UI — full user journey from question to email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5472" y="55138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Session state · Langfuse root span · approval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Live 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CCCC"/>
                </a:solidFill>
              </a:rPr>
              <a:t>Step-by-step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457200" cy="137160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234440"/>
            <a:ext cx="14630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30759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3321"/>
                </a:solidFill>
              </a:rPr>
              <a:t>Select "Custom Dynamic Supervisor"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8562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Shows our own two-agent pipeline — Query Understanding + Data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288" y="1234440"/>
            <a:ext cx="457200" cy="1371600"/>
          </a:xfrm>
          <a:prstGeom prst="rect">
            <a:avLst/>
          </a:prstGeom>
          <a:solidFill>
            <a:srgbClr val="0F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4288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61488" y="1234440"/>
            <a:ext cx="14630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30759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3A8B"/>
                </a:solidFill>
              </a:rPr>
              <a:t>"Show me critical customers who need escalation"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18562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Watch LLM extract params → keyword guards apply → SQL builds → dedup → results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8536" y="1234440"/>
            <a:ext cx="457200" cy="1371600"/>
          </a:xfrm>
          <a:prstGeom prst="rect">
            <a:avLst/>
          </a:prstGeom>
          <a:solidFill>
            <a:srgbClr val="0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45736" y="1234440"/>
            <a:ext cx="14630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130759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827A"/>
                </a:solidFill>
              </a:rPr>
              <a:t>Select a customer from the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18562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Four agents fire in sequence: Risk → Recommendation → Communication → Audit log written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72783" y="1234440"/>
            <a:ext cx="457200" cy="13716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3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9983" y="1234440"/>
            <a:ext cx="14630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6" y="130759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FBE"/>
                </a:solidFill>
              </a:rPr>
              <a:t>"Translate to Kannada" in rephrase 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18562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Rephrase agent at temp 0.1 — then Unicode validation confirms the script is correct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57031" y="1234440"/>
            <a:ext cx="457200" cy="1371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14232" y="1234440"/>
            <a:ext cx="14630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7384" y="130759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6B35"/>
                </a:solidFill>
              </a:rPr>
              <a:t>Click Approve &amp; Send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7384" y="18562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Human-in-the-loop gate — officer explicitly approves before any email fires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16916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1234440"/>
            <a:ext cx="457200" cy="13716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98480" y="1234440"/>
            <a:ext cx="1463040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71632" y="1307592"/>
            <a:ext cx="1325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300"/>
                </a:solidFill>
              </a:rPr>
              <a:t>Open Langfuse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71632" y="1856232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CCC"/>
                </a:solidFill>
              </a:rPr>
              <a:t>Show full trace tree: nested spans, token counts, DBU cost per agent, session filter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46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C300"/>
                </a:solidFill>
              </a:rPr>
              <a:t>Switch to Agent Bricks Supervisor to show the managed flow — same question, Databricks handles SQL internally via Genie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solidFill>
            <a:srgbClr val="0D1A0D"/>
          </a:solidFill>
          <a:ln w="127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394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"Databricks native agent"    →  SUPERVISOR_AGENT_ENDPOINT_URL in config.py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6013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"LLM not trusted blindly"    →  keyword override guard + whitelist validation in discovery.py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592531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"No duplicate customers"     →  ROW_NUMBER() OVER (PARTITION BY loan_id) in data_retrieval_agent()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19048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D6A0"/>
                </a:solidFill>
              </a:rPr>
              <a:t>"Full compliance trail"       →  audit_logger_agent() writing UUID-keyed record to Delta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0"/>
            <a:ext cx="12115800" cy="45720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194560"/>
            <a:ext cx="6675120" cy="45720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00B4D8"/>
                </a:solidFill>
              </a:rPr>
              <a:t>Loan Recovery Assistant — Databricks Hackathon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971800"/>
            <a:ext cx="73152" cy="256032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97180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Hybrid Agent Bricks + Custom Dynamic Supervisor discovery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337560"/>
            <a:ext cx="73152" cy="256032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33375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GPT-OSS 120B  ·  Databricks SQL Warehouse  ·  Delta Audit Logging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3703320"/>
            <a:ext cx="73152" cy="256032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370332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Full Langfuse observability  ·  DBU cost tracking per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069080"/>
            <a:ext cx="73152" cy="256032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06908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Multilingual support (Kannada, Hindi)  ·  Human-in-the-loop approval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434840"/>
            <a:ext cx="73152" cy="256032"/>
          </a:xfrm>
          <a:prstGeom prst="rect">
            <a:avLst/>
          </a:prstGeom>
          <a:solidFill>
            <a:srgbClr val="FF3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43484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SQL injection protection  ·  Input whitelist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Built by Akkishiva  ·  akkishiva@platformatory.com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